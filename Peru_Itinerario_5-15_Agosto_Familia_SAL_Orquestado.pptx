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Perú en Familia (5–15 agosto) · Salida desde SAL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Plan orquestado para 2 adultos + niña de 9 años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Objetivo del plan: maximizar experiencia cultural sin sobrecarga física, cuidando altitud, descansos y logística familiar.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</a:rPr>
              <a:t>Supuesto de trabajo: precios/horarios referenciales de mercado (marzo 2026). Confirmar en aerolínea, operador ferroviario y portales oficiales antes de pago.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Secuencia de viaje (11 días / 10 noches)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Ritmo moderado con día buffer y bloques de recuperación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Día 1-2 (5-6 ago): Lima · llegada, adaptación y actividades suaves.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Día 3 (7 ago): Vuelo LIM→CUZ y tarde ligera por aclimatación.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Día 4-5 (8-9 ago): Valle Sagrado (Pisac/Ollantaytambo + opción Maras/Moray).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Día 6 (10 ago): Tren a Aguas Calientes, descanso anticipado.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Día 7 (11 ago): Machu Picchu en horario temprano.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Día 8-9 (12-13 ago): Cusco ciudad + actividades aptas para niña.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Día 10-11 (14-15 ago): CUZ→LIM y regreso internacional LIM→SAL.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Itinerario día por día (detalle operativo)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11430000" cy="530352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4114800"/>
                <a:gridCol w="475488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Fecha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Base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Plan principal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Ajuste familiar (niña 9)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05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Llegada SAL→LIM, check-in, paseo corto Miraflores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Dormir temprano, hidratación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06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Parque de las Leyendas + Circuito Mágico del Agua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Siesta post-almuerzo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07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Cusco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Vuelo LIM→CUZ, tarde libre en hotel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Nada de caminatas largas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08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Valle Sagrado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Pisac + mercado artesanal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Traslados con snacks y pausas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09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Valle Sagrado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Ollantaytambo o Maras/Moray (elige 1 foco)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Evitar agenda doble intensa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10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Aguas Calientes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Tren y tarde ligera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Cena temprana + descanso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11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Cusco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Machu Picchu + retorno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Ritmo lento, fotos y pausas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12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Cusco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Sacsayhuamán + taller chocolate/museo corto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Bloques de 90 min máximo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13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Cusco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Día buffer (compras o descanso)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Reprogramación por clima/fatiga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14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Lima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Vuelo CUZ→LIM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Hotel cerca aeropuerto si vuelo temprano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15 ago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Vuelo LIM→SAL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Mochila de mano con kit niño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Vuelos sugeridos y rangos estimados (USD)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Supuestos: compra con 8-16 semanas de anticipación, equipaje 1 maleta facturada/familia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4712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103120"/>
                <a:gridCol w="301752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Tramo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Ventana horaria sugerida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Duración aprox.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Precio estimado por persona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SAL→LIM (05 ago)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Salida matutina, llegada tarde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8-12h (1 escala)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380-720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LIM→CUZ (07 ago)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10:00-13:00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1h 20m-1h 35m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90-170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CUZ→LIM (14 ago)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14:00-18:00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1h 20m-1h 35m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90-170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LIM→SAL (15 ago)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Media mañana/tarde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8-12h (1 escala)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380-720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572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F46"/>
                </a:solidFill>
              </a:rPr>
              <a:t>Opciones usuales de aerolínea: Avianca/Copa/LATAM para SAL↔LIM; LATAM/Sky/JetSMART para LIM↔CUZ (según temporada).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Entradas y costos clave (estimados en USD)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38560" cy="374904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645920"/>
                <a:gridCol w="4754880"/>
              </a:tblGrid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Actividad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Adulto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Niña (9 años)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Notas de compra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Machu Picchu (entrada)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45-62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20-35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Reservar circuito y horario con antelación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Bus Aguas Calientes↔Machu Picchu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24 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 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Comprar al cerrar fecha exacta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Tren Ollanta/A.C. (ida y vuelta)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120-220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90-180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PeruRail/IncaRail; depende clase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Boleto Turístico Cusco (parcial)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20-25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10-15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Útil para circuito corto en ciudad/ruinas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Parque de las Leyendas (Lima)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5-6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2-3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Actividad ideal día de baja intensidad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Circuito Mágico del Agua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1.5-2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1.5-2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Comprar en taquilla, visita nocturna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Airbnb/hospedaje recomendado (zonas + rango noche)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47120" cy="283464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182880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Ciudad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Zona sugerida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Rango por noche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Filtro recomendado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Lima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Miraflores / San Isidro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70-130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4.8+ rating, cocina, cancelación flexible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Cusco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Centro histórico tranquilo / Wanchaq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55-110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Calefacción, acceso en taxi, desayuno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Valle Sagrado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Ollantaytambo / Urubamba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60-140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Espacio familiar, patio o sala amplia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Aguas Calientes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Cerca estación/plaza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50-110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 noche funcional, check-in ágil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26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F46"/>
                </a:solidFill>
              </a:rPr>
              <a:t>Estrategia PM: reservar 2 opciones por ciudad (Plan A / Plan B) para reaccionar a variación de precios.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Recomendaciones familiares (niña de 9 años)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Altitud: día de llegada a Cusco = carga mínima; preferir Valle Sagrado como transición.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Cadencia diaria: bloque mañana (actividad) + bloque tarde (descanso/plan corto).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Transporte: evitar salidas de madrugada cuando sea posible.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Energía: snacks, hidratación y ropa por capas en mochila de día.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Flexibilidad: mantener el 13 ago como buffer para clima/fatiga.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Seguridad: seguro de viaje con cobertura de altura y eventual reprogramación.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Presupuesto estimado total (USD) · 2 adultos + 1 niña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463040"/>
          <a:ext cx="9601200" cy="3840480"/>
        </p:xfrm>
        <a:graphic>
          <a:graphicData uri="http://schemas.openxmlformats.org/drawingml/2006/table">
            <a:tbl>
              <a:tblPr/>
              <a:tblGrid>
                <a:gridCol w="5029200"/>
                <a:gridCol w="2103120"/>
                <a:gridCol w="210312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Rubro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Rango bajo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Rango alto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Vuelos internacionales (SAL↔LIM x3)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1,150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2,150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Vuelos internos (LIM↔CUZ x3)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450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850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Alojamiento (10 noches)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700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1,300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Trenes + entradas + buses turísticos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500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950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Comidas + transporte local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700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1,200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Seguro + contingencia (8-12%)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250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600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TOTAL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3,750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</a:rPr>
                        <a:t>7,050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Checklist de reserva (orden recomendado de ejecución)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1) Definir presupuesto tope y ventanas horarias aceptables.
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2) Bloquear vuelos SAL↔LIM y luego LIM↔CUZ/CUZ↔LIM.
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3) Comprar Machu Picchu (circuito+hora) y tren asociado.
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4) Cerrar hospedajes en Lima/Cusco/Valle/A.C. (con cancelación flexible).
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5) Contratar seguro, preparar botiquín y kit de altura/sol.
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6) Confirmar traslados aeropuerto-hotel y documentación final.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</a:rPr>
              <a:t>Definición de listo (DoD): boletos emitidos + entradas pagadas + hospedajes confirmados + seguro activo + carpeta de viaje compartida.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Perú Itinerario Orquestado (Familia)</dc:title>
  <dc:subject>Itinerario familiar Perú 5-15 agosto desde SAL</dc:subject>
  <dc:creator>Atlas · Legolas PM mode</dc:creator>
  <cp:lastModifiedBy>Atlas · Legolas PM mode</cp:lastModifiedBy>
  <cp:revision>1</cp:revision>
  <dcterms:created xsi:type="dcterms:W3CDTF">2026-03-21T01:23:23Z</dcterms:created>
  <dcterms:modified xsi:type="dcterms:W3CDTF">2026-03-21T01:23:23Z</dcterms:modified>
</cp:coreProperties>
</file>