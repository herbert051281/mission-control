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Perú en Familia · 5 al 15 de agosto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Ruta sugerida: Lima → Cusco → Valle Sagrado → Machu Picchu → Lima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Diseñado para viaje con niña de 9 años (ritmo moderado, descansos y actividades family-friendly).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400E"/>
                </a:solidFill>
              </a:rPr>
              <a:t>⚠️ Precios y horarios son estimados de mercado (marzo 2026) y deben validarse al reservar.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Resumen del itinerario (11 días / 10 noches)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1-2 (5-6 ago): Lima · adaptación + actividades suaves para niña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3 (7 ago): Vuelo Lima → Cusco + tarde ligera (aclimatación)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4-5 (8-9 ago): Valle Sagrado (Pisac / Ollantaytambo / Maras-Moray)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6 (10 ago): Tren a Aguas Calientes + descanso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7 (11 ago): Machu Picchu (entrada temprana, ritmo familiar)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8-9 (12-13 ago): Cusco ciudad + opciones para niños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10 (14 ago): Vuelo Cusco → Lima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Día 11 (15 ago): Vuelo internacional de regreso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Vuelos sugeridos (estimados)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Base asumida: salida internacional desde San Salvador (SAL)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33856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Tramo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Horario sugerido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Duración aprox.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Precio estimado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SAL → LIM (5 ago)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07:00 salida / 13:30 llegada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8-12 h (1 escala)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380-720 adulto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 → CUZ (7 ago)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10:00 / 11:25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1h 25m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90-170 adulto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CUZ → LIM (14 ago)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16:30 / 17:55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1h 25m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90-170 adulto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 → SAL (15 ago)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11:30 salida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8-12 h (1 escala)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380-720 adulto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892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Tip familiar: elegir vuelos domésticos al mediodía para evitar madrugadas y reducir fatiga de la niña.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Agenda día por día (formato familiar)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05 ago · Llegada a Lima, check-in Miraflores, paseo corto al malecón.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06 ago · Parque de las Leyendas + Circuito Mágico del Agua (noche).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07 ago · Vuelo a Cusco, descanso/hidratación, cena temprana.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08 ago · Valle Sagrado (Pisac) + mercado artesanal.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09 ago · Moray/Maras u Ollantaytambo (sin sobrecargar).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10 ago · Tren a Aguas Calientes, tarde libre y descanso.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11 ago · Machu Picchu temprano, regreso tranquilo.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12 ago · Cusco ciudad (Sacsayhuamán + museo/choco workshop).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13 ago · Día buffer (descanso/compras/actividad corta).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14 ago · Vuelo a Lima, última noche cerca del aeropuerto o Miraflores.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15 ago · Regreso internacional.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Entradas y actividades (estimado en USD)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338560" cy="3474720"/>
        </p:xfrm>
        <a:graphic>
          <a:graphicData uri="http://schemas.openxmlformats.org/drawingml/2006/table">
            <a:tbl>
              <a:tblPr/>
              <a:tblGrid>
                <a:gridCol w="3383280"/>
                <a:gridCol w="1554480"/>
                <a:gridCol w="1737360"/>
                <a:gridCol w="4389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Actividad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Adulto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Niña (9 años)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Notas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Machu Picchu (entrada)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45-62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20-35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Varía por circuito y disponibilidad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Bus Aguas Calientes ↔ Machu Picchu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24 ida/vuelta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 ida/vuelta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Compra anticipada recomendada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Boleto Turístico Cusco (parcial)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20-25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10-15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Ideal para 1-2 días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Parque de las Leyendas (Lima)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5-6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2-3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Muy recomendable para familias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Circuito Mágico del Agua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1.5-2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1.5-2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Espectáculo nocturno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Airbnb sugeridos (zonas + rango por noche)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Criterio: seguridad, walkability, y comodidad para niña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33856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56616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Ciudad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Zona recomendada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Tipo ideal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Rango/noche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Lima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Miraflores / San Isidro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 hab., cocina, cerca parques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70-130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Cusco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Centro histórico (zona tranquila)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 hab., calefacción, desayuno opcional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55-110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Valle Sagrado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Ollantaytambo / Urubamba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Casa/depa familiar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60-140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Aguas Calientes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Centro cercano estación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Hotel/Airbnb sencillo 1 noche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USD 50-110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54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</a:rPr>
              <a:t>Filtro recomendado Airbnb: “entire place”, review 4.8+, cancelación flexible, y mínimo 2 camas reales.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Presupuesto estimado (familia 2 adultos + 1 niña)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058400" cy="3383280"/>
        </p:xfrm>
        <a:graphic>
          <a:graphicData uri="http://schemas.openxmlformats.org/drawingml/2006/table">
            <a:tbl>
              <a:tblPr/>
              <a:tblGrid>
                <a:gridCol w="5669280"/>
                <a:gridCol w="3474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Rubro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Rango estimado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Vuelos internacionales (3 pax)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1,150-2,150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Vuelos internos (3 pax total)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450-850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Alojamiento (10 noches)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700-1,300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Entradas y actividades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250-500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Comidas y transporte local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700-1,200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Total estimado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</a:rPr>
                        <a:t>USD 3,250-6,000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029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</a:rPr>
              <a:t>Incluye colchón de contingencia por clima/altitud y cambios de último minuto.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Checklist para viajar con niña de 9 años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Aclimatación: primer día en Cusco muy ligero, hidratación continua.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Botiquín pediátrico + protector solar + capas térmicas por amplitud térmica.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Snacks + entretenimiento para traslados largos (tren y vuelos).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Priorizar alojamiento con lavadora/cocina para flexibilidad familiar.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Siempre plan B bajo techo por lluvia (agosto suele ser seco, pero prever).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Seguro de viaje con cobertura de altura y cancelaciones.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Siguientes pasos (para cerrar reservas esta semana)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104241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1) Confirmar aeropuerto de salida exacto y presupuesto tope.
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2) Bloquear vuelos KUL↔LIM + LIM↔CUZ.
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3) Comprar entrada Machu Picchu + bus y reservar tren.
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4) Elegir 2-3 Airbnbs por ciudad con cancelación flexible.
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5) Cerrar agenda diaria con bloques: mañana / descanso / tarde.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Viaje Familiar a Perú (5-15 agosto)</dc:title>
  <dc:subject>Itinerario Perú 5-15 agosto</dc:subject>
  <dc:creator>Atlas</dc:creator>
  <cp:lastModifiedBy>Atlas</cp:lastModifiedBy>
  <cp:revision>1</cp:revision>
  <dcterms:created xsi:type="dcterms:W3CDTF">2026-03-21T01:19:51Z</dcterms:created>
  <dcterms:modified xsi:type="dcterms:W3CDTF">2026-03-21T01:19:51Z</dcterms:modified>
</cp:coreProperties>
</file>